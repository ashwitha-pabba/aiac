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2" r:id="rId5"/>
    <p:sldId id="383" r:id="rId6"/>
    <p:sldId id="375" r:id="rId7"/>
    <p:sldId id="376" r:id="rId8"/>
    <p:sldId id="377" r:id="rId9"/>
    <p:sldId id="384" r:id="rId10"/>
    <p:sldId id="386" r:id="rId11"/>
    <p:sldId id="385" r:id="rId12"/>
    <p:sldId id="387" r:id="rId13"/>
    <p:sldId id="382" r:id="rId14"/>
    <p:sldId id="380" r:id="rId15"/>
    <p:sldId id="3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756237B-10FE-4B63-9C38-C925ACF4CAA6}">
          <p14:sldIdLst>
            <p14:sldId id="342"/>
            <p14:sldId id="383"/>
          </p14:sldIdLst>
        </p14:section>
        <p14:section name="Untitled Section" id="{00DD5515-C2D8-4C7E-84BF-73C468B3AFD0}">
          <p14:sldIdLst>
            <p14:sldId id="375"/>
            <p14:sldId id="376"/>
            <p14:sldId id="377"/>
            <p14:sldId id="384"/>
            <p14:sldId id="386"/>
            <p14:sldId id="385"/>
            <p14:sldId id="387"/>
            <p14:sldId id="382"/>
            <p14:sldId id="380"/>
            <p14:sldId id="3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3FBFE"/>
    <a:srgbClr val="000000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xhere.com/en/photo/1447937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PROJECT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A689-CB8C-7DCC-24EF-1071A640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511762"/>
            <a:ext cx="5682063" cy="5800548"/>
          </a:xfrm>
        </p:spPr>
        <p:txBody>
          <a:bodyPr/>
          <a:lstStyle/>
          <a:p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DD2AB-AD4D-2354-AF1B-C370F0DEC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32" y="2222089"/>
            <a:ext cx="5446089" cy="2831692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student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performance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tracker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6B9F6-EBC6-18DF-8D08-19C1533E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8" name="Picture 4" descr="Why Every Student Needs a Study Group to Unlock Better Grades and Confidence">
            <a:extLst>
              <a:ext uri="{FF2B5EF4-FFF2-40B4-BE49-F238E27FC236}">
                <a16:creationId xmlns:a16="http://schemas.microsoft.com/office/drawing/2014/main" id="{0479CBE0-0B8A-0420-AD8E-8C67CF69A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11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106103"/>
          </a:xfrm>
        </p:spPr>
        <p:txBody>
          <a:bodyPr/>
          <a:lstStyle/>
          <a:p>
            <a:r>
              <a:rPr lang="en-US" sz="4000" dirty="0"/>
              <a:t>PROBLEM STATMENT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37262E-273B-8C3C-A792-178D200693C8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2920181" y="1766536"/>
            <a:ext cx="812144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28850" lvl="5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3FBFE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2800" b="1" dirty="0">
                <a:solidFill>
                  <a:srgbClr val="E3FBFE"/>
                </a:solidFill>
                <a:latin typeface="Arial" panose="020B0604020202020204" pitchFamily="34" charset="0"/>
              </a:rPr>
              <a:t>Student progress is hard to track</a:t>
            </a:r>
            <a:r>
              <a:rPr lang="en-US" altLang="en-US" sz="2800" dirty="0">
                <a:solidFill>
                  <a:srgbClr val="E3FBFE"/>
                </a:solidFill>
                <a:latin typeface="Arial" panose="020B0604020202020204" pitchFamily="34" charset="0"/>
              </a:rPr>
              <a:t> because information is spread out in different places.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2800" b="1" dirty="0">
                <a:solidFill>
                  <a:srgbClr val="E3FBFE"/>
                </a:solidFill>
                <a:latin typeface="Arial" panose="020B0604020202020204" pitchFamily="34" charset="0"/>
              </a:rPr>
              <a:t>Teachers often find problems too late</a:t>
            </a:r>
            <a:r>
              <a:rPr lang="en-US" altLang="en-US" sz="2800" dirty="0">
                <a:solidFill>
                  <a:srgbClr val="E3FBFE"/>
                </a:solidFill>
                <a:latin typeface="Arial" panose="020B0604020202020204" pitchFamily="34" charset="0"/>
              </a:rPr>
              <a:t>, when students are already struggling.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b="1" dirty="0">
                <a:solidFill>
                  <a:srgbClr val="E3FBFE"/>
                </a:solidFill>
                <a:latin typeface="Arial" panose="020B0604020202020204" pitchFamily="34" charset="0"/>
              </a:rPr>
              <a:t>3.Supports are confusing</a:t>
            </a:r>
            <a:r>
              <a:rPr lang="en-US" altLang="en-US" sz="2800" dirty="0">
                <a:solidFill>
                  <a:srgbClr val="E3FBFE"/>
                </a:solidFill>
                <a:latin typeface="Arial" panose="020B0604020202020204" pitchFamily="34" charset="0"/>
              </a:rPr>
              <a:t> and don’t show clearly how students are doing over time.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b="1" dirty="0">
                <a:solidFill>
                  <a:srgbClr val="E3FBFE"/>
                </a:solidFill>
                <a:latin typeface="Arial" panose="020B0604020202020204" pitchFamily="34" charset="0"/>
              </a:rPr>
              <a:t>4.Every student learns differently</a:t>
            </a:r>
            <a:r>
              <a:rPr lang="en-US" altLang="en-US" sz="2800" dirty="0">
                <a:solidFill>
                  <a:srgbClr val="E3FBFE"/>
                </a:solidFill>
                <a:latin typeface="Arial" panose="020B0604020202020204" pitchFamily="34" charset="0"/>
              </a:rPr>
              <a:t>, but schools don’t always have tools to support that.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dirty="0">
                <a:solidFill>
                  <a:srgbClr val="FFFFFF"/>
                </a:solidFill>
                <a:latin typeface="Arial" panose="020B0604020202020204" pitchFamily="34" charset="0"/>
              </a:rPr>
              <a:t>5.</a:t>
            </a:r>
            <a:r>
              <a:rPr lang="en-US" altLang="en-US" sz="2800" b="1" dirty="0">
                <a:solidFill>
                  <a:srgbClr val="FFFFFF"/>
                </a:solidFill>
                <a:latin typeface="Arial" panose="020B0604020202020204" pitchFamily="34" charset="0"/>
              </a:rPr>
              <a:t>Parents and students don’t get regular updates</a:t>
            </a:r>
            <a:r>
              <a:rPr lang="en-US" altLang="en-US" sz="2800" dirty="0">
                <a:solidFill>
                  <a:srgbClr val="FFFFFF"/>
                </a:solidFill>
                <a:latin typeface="Arial" panose="020B0604020202020204" pitchFamily="34" charset="0"/>
              </a:rPr>
              <a:t>, so they don’t know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0"/>
            <a:ext cx="8843050" cy="1616904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EF720F5-DA1F-5E29-E203-32FC50C650F9}"/>
              </a:ext>
            </a:extLst>
          </p:cNvPr>
          <p:cNvSpPr>
            <a:spLocks noGrp="1" noChangeArrowheads="1"/>
          </p:cNvSpPr>
          <p:nvPr>
            <p:ph sz="quarter" idx="36"/>
          </p:nvPr>
        </p:nvSpPr>
        <p:spPr bwMode="auto">
          <a:xfrm>
            <a:off x="2400300" y="2368846"/>
            <a:ext cx="8955958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Track Student Progress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Identify Learning Gaps</a:t>
            </a:r>
            <a:br>
              <a:rPr lang="en-US" altLang="en-US" sz="2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</a:b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3.Improve Communication</a:t>
            </a:r>
            <a:br>
              <a:rPr lang="en-US" altLang="en-US" sz="2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</a:b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4. Boost Overall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/>
              <a:t>TOOL USED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DEVELOP THIS APPLICATION</a:t>
            </a:r>
            <a:br>
              <a:rPr lang="en-US" dirty="0"/>
            </a:br>
            <a:r>
              <a:rPr lang="en-US" dirty="0"/>
              <a:t>WE USED: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HTML</a:t>
            </a:r>
            <a:br>
              <a:rPr lang="en-US" dirty="0"/>
            </a:br>
            <a:r>
              <a:rPr lang="en-US" dirty="0"/>
              <a:t>CSS</a:t>
            </a:r>
            <a:br>
              <a:rPr lang="en-US" dirty="0"/>
            </a:br>
            <a:r>
              <a:rPr lang="en-US" dirty="0"/>
              <a:t>JS </a:t>
            </a:r>
            <a:br>
              <a:rPr lang="en-US" dirty="0"/>
            </a:br>
            <a:r>
              <a:rPr lang="en-US" dirty="0"/>
              <a:t>WEB CHROME</a:t>
            </a:r>
            <a:br>
              <a:rPr lang="en-US" dirty="0"/>
            </a:br>
            <a:r>
              <a:rPr lang="en-US" dirty="0"/>
              <a:t>VS CODE</a:t>
            </a:r>
            <a:br>
              <a:rPr lang="en-US" dirty="0"/>
            </a:br>
            <a:r>
              <a:rPr lang="en-US" dirty="0"/>
              <a:t>WEB APPLICATION SOFTWARE</a:t>
            </a:r>
            <a:br>
              <a:rPr lang="en-US" dirty="0"/>
            </a:br>
            <a:r>
              <a:rPr lang="en-US" dirty="0"/>
              <a:t>(NO BACKEND)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8" name="Picture 2" descr="Front End Developer Images – Browse 15,581 Stock Photos ...">
            <a:extLst>
              <a:ext uri="{FF2B5EF4-FFF2-40B4-BE49-F238E27FC236}">
                <a16:creationId xmlns:a16="http://schemas.microsoft.com/office/drawing/2014/main" id="{2DA9C7BE-A633-183C-100A-4C08FC7718D3}"/>
              </a:ext>
            </a:extLst>
          </p:cNvPr>
          <p:cNvPicPr>
            <a:picLocks noGrp="1" noChangeAspect="1" noChangeArrowheads="1"/>
          </p:cNvPicPr>
          <p:nvPr>
            <p:ph sz="quarter" idx="3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959" y="2465539"/>
            <a:ext cx="6063486" cy="378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70DA-E580-9011-3631-9A51813A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code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74C8F9-E936-BFF2-2521-F531DC1A1DC9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2611654" y="2450487"/>
            <a:ext cx="4856037" cy="36766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515A8-18E0-79AF-18AB-54C3F5A6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27146D-A27C-3DDF-C5EA-4BE8D46F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330" y="2450487"/>
            <a:ext cx="4444180" cy="36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4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F0C1-92E2-9DAC-8000-51CA98EA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6548AB-6CFF-5722-1D50-C1DCCD7E6A7E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2418734" y="2470150"/>
            <a:ext cx="4670324" cy="36766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95D86-9A55-9AEB-22D3-C021FC7C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E123B3-B5ED-894B-9223-3F53A3F6D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710" y="2470150"/>
            <a:ext cx="496529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6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F891-0025-08E8-CBFE-2301CE3E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CEACC1-8C84-9B18-A222-6CE20B54E741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2802194" y="2470150"/>
            <a:ext cx="4080387" cy="36766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C3700-748F-BEE6-8930-7A18ADD3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66D040-B370-EBE4-D9AD-83D53C1A1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15" y="2470150"/>
            <a:ext cx="4716456" cy="37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6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C4B2-4F2A-C238-81C7-8AD4D606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BD0957-9BBB-3695-88B9-88AA8ABF6681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2630956" y="2361995"/>
            <a:ext cx="4385122" cy="36766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F368-3F66-E43E-40BF-8FD854AA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EECA2A-10EE-0325-1780-1E17A7808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831" y="2361994"/>
            <a:ext cx="4385121" cy="357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3461-0DAF-B5E3-0A1E-8E07317B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C24A2-7068-9B88-9A7E-C5705E89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6861E-F59D-4DF4-2389-6326FA03E06E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3305669" y="2143431"/>
            <a:ext cx="8453712" cy="4420727"/>
          </a:xfrm>
        </p:spPr>
      </p:pic>
    </p:spTree>
    <p:extLst>
      <p:ext uri="{BB962C8B-B14F-4D97-AF65-F5344CB8AC3E}">
        <p14:creationId xmlns:p14="http://schemas.microsoft.com/office/powerpoint/2010/main" val="2487469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Student Performance Tracker is a robust, user-friendly web application designed to evaluate and visualize student performance across academic, behavioral, and extracurricular domains</a:t>
            </a:r>
          </a:p>
          <a:p>
            <a:pPr marL="0" indent="0">
              <a:buNone/>
            </a:pPr>
            <a:r>
              <a:rPr lang="en-US" sz="2000" dirty="0"/>
              <a:t>Real-time calculation of overall performance using a weighted        formula Dynamic feedback with compliments and identification of weak areas  Interactive bar chart visualization for category-wise contribution </a:t>
            </a:r>
          </a:p>
          <a:p>
            <a:endParaRPr lang="en-US" dirty="0"/>
          </a:p>
        </p:txBody>
      </p:sp>
      <p:pic>
        <p:nvPicPr>
          <p:cNvPr id="7" name="Content Placeholder 6" descr="A person walking up a staircase with a graduation hat&#10;&#10;AI-generated content may be incorrect.">
            <a:extLst>
              <a:ext uri="{FF2B5EF4-FFF2-40B4-BE49-F238E27FC236}">
                <a16:creationId xmlns:a16="http://schemas.microsoft.com/office/drawing/2014/main" id="{7CA1273C-91F7-7073-2FCF-F26B3B520B00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391525" y="2123768"/>
            <a:ext cx="2857500" cy="43003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5831" y="2823480"/>
            <a:ext cx="4413250" cy="2752725"/>
          </a:xfrm>
        </p:spPr>
        <p:txBody>
          <a:bodyPr/>
          <a:lstStyle/>
          <a:p>
            <a:r>
              <a:rPr lang="en-US" dirty="0"/>
              <a:t>PRESENTED BY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ASHWITHA PABBA (2403A52223)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MEGHANA KANNE (2403A52247)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DHRUVAJA (2403A52224)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89</TotalTime>
  <Words>237</Words>
  <Application>Microsoft Office PowerPoint</Application>
  <PresentationFormat>Widescreen</PresentationFormat>
  <Paragraphs>41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Nova</vt:lpstr>
      <vt:lpstr>Biome</vt:lpstr>
      <vt:lpstr>Calibri</vt:lpstr>
      <vt:lpstr>Custom</vt:lpstr>
      <vt:lpstr>PROJECT</vt:lpstr>
      <vt:lpstr> </vt:lpstr>
      <vt:lpstr>PROBLEM STATMENT</vt:lpstr>
      <vt:lpstr>objectives</vt:lpstr>
      <vt:lpstr>TOOL USED </vt:lpstr>
      <vt:lpstr>Project code</vt:lpstr>
      <vt:lpstr>PowerPoint Presentation</vt:lpstr>
      <vt:lpstr>PowerPoint Presentation</vt:lpstr>
      <vt:lpstr>PowerPoint Presentation</vt:lpstr>
      <vt:lpstr>FRONTEND VIEW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ASHWITHA SHETTY</dc:creator>
  <cp:lastModifiedBy>ASHWITHA SHETTY</cp:lastModifiedBy>
  <cp:revision>4</cp:revision>
  <dcterms:created xsi:type="dcterms:W3CDTF">2025-11-07T13:49:25Z</dcterms:created>
  <dcterms:modified xsi:type="dcterms:W3CDTF">2025-11-14T09:09:29Z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